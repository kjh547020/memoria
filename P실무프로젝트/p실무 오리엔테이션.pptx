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9784-4497-DB4D-289A-AF0DE1EF0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B7065F-C9D3-8E36-0B6F-76CFB72B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A44486-E099-3573-D81D-E50CF02C2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8CBAF2-9A27-B769-430E-9A9B9892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7FA03-FC6E-FAA3-0298-88108C27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416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68768-194E-E7CD-D0F3-375F6C90C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E7473B-3E17-046B-D424-633881CE4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2D3BB1-50FE-BA82-BB10-277BF78D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DEC00-8190-8EDA-9CFE-6BC7715D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D6614-2F3D-7948-DBF2-C2CA6D7B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785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1DCA7-A9C5-9F76-B199-AB1FE8FC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C2D577-9434-5449-D448-5B6C7F3F0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058F6-7AAD-EEBC-465B-F67CF6C9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C2F8C2-FF4C-A045-5AD9-DB738E61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BE1836-7A50-269E-40F1-165932BE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56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048473-A209-B1F9-8BBA-6948D3E2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B14821-3A34-A013-4579-45700152E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82A23E-1102-B57E-7F4F-26FB2BC81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9F8092-A7A2-0584-EED4-7EDFFE3F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32BBE4-551D-21C5-D24C-94D4FA2C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497F1-87D2-00AA-1719-484003CD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4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0214E-FD21-B514-8066-3694B03BF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897A79-E385-0B23-FCD4-6FA938FA4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B1C696-2E53-DB85-E203-110F2490A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12C494-C46B-3ACC-BCCE-77F165F0B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E5D69B-5728-783D-0241-CFAB2C1E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6F875B-9AE1-263C-7D4B-DB133C0C2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32F90B-3C5A-CD81-E774-59087F45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FEFBDE-5D7A-FA31-5A6E-9A2D2F5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82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6908D-546C-5D8C-85AF-24BF360E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67F617-A46D-010D-09D5-ACA5C414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5EDA81-DFF6-23A0-75DC-1F1EAC5F9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056E1A-91BF-381A-CF78-2F561E24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59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DCF059-72CB-DDEB-8F8C-AD311EE6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CECA2B-96B1-2A9E-AB7D-C39F88CB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A1024-26CB-C159-9691-825AA5B9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69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A5385-BA3F-3F74-9AE7-0868F998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57725C-FC13-1CF2-C806-8F4E2E0CF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5FDBC0-59BA-6E57-9756-2A0FF40D3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27514B-B3C0-11C1-7E92-D9B8C7CA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4144D1-C0C8-A1D0-51D6-BA4E2C1D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44B689-FC6A-40F4-A716-5DB7B910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69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7C5C9-7533-E081-3312-861CD3CE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BEAF01-BE12-1CDA-738D-0D9AAEDFC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28DEF2-D502-524D-2152-15941504A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E5B6AE-F3BC-0559-4C63-5E08580C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22A49E-705A-62D6-5344-85EAD412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2887F-563D-EF73-F2BC-8298840A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781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77F921-5198-F3B1-9527-DD173F015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101095-9BFC-B93B-BEED-A59A18863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3480F9-B5E4-F378-5131-F3F52A6A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5D94CC-77C6-58E0-6487-0316186F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1A2FE6-C82B-6A30-BC55-4520FD50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8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9B0370-3B6A-B308-0C64-EF461C49D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7CF0EA-ADE6-2F48-4AA4-9AA318869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A22CB0-F168-7DA0-8662-C24426BD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BD3150-BA87-A8EA-A09C-95219454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45D2F5-112B-1137-79A8-D73E6467D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47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80EC22-C3B3-0FEA-7C67-47F58700E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E47255-FCE8-DEEC-9745-C68E6A50A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A32314-C1E0-6E6D-5694-2FB77A7F3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34C20-D5E5-46FB-8DFB-A99A6107411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CCFB54-4D81-5ADA-DC75-07A78B16C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1C4CC6-F8FC-0938-C73D-F839EFD42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218C0-AFAB-42DE-828F-FCE649E74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17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gachon-korean-lit/light-and-thread/blob/main/README.m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D0D0A-D5D0-0B5C-9E5A-E6480F19C88E}"/>
              </a:ext>
            </a:extLst>
          </p:cNvPr>
          <p:cNvSpPr txBox="1"/>
          <p:nvPr/>
        </p:nvSpPr>
        <p:spPr>
          <a:xfrm>
            <a:off x="721894" y="338958"/>
            <a:ext cx="1057174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2025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학년도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P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실무 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프로젝트명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텍스트어드벤처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토이 게임 만들기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목표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비선형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내러티브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학습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게임 형식에 적합한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내러티브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설계 학습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시나리오 등 글쓰기 작성에 활용할 수 있는 디지털 툴 학습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텍스트어드벤처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일명 선택지 게임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그래픽이나 애니메이션보다는 텍스트를 중심으로 진행되는 대화형 게임 장르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.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이때 유저의 몰입은 서사가 얼마나 흥미롭게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전개되는가로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결정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. -&gt;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한국어문학과 학생들의 서사창작능력을 향상하는 데 적절한 프로젝트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게임형식의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내러티브를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비롯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다양한 디지털 도구에 적합한 텍스트 작성 방식을 학습할 필요가 있음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비선형적 서사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&gt;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선형적 서사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/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횡적인 흐름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(branching narrative)&gt;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종적인 흐름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/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창작자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-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유저 호환성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&gt;1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인 창작자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인터랙티브 스토리 제작이 가능한 디지털 툴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twine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사용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Twine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은 프로그래밍 지식이 없어도 간단한 마크다운을 알면 사용 가능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노드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(passage)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와 링크로 구성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또한 편집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-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테스트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-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플레이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-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수정이 한 환경에서 순환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실전 워크플로우를 한 환경에서 체험 가능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.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결과물이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html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로 생성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.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공유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외부 배포가 모두 간편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동적인 텍스트에 대한 실험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(&gt;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정적 텍스트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),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서사창작에서 끝나는 것이 아니라 인터랙티브 콘텐츠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생산으로까지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결과물을 내는 프로젝트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6612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93C75B-D472-76B2-3AED-4214DA9CFA75}"/>
              </a:ext>
            </a:extLst>
          </p:cNvPr>
          <p:cNvSpPr txBox="1"/>
          <p:nvPr/>
        </p:nvSpPr>
        <p:spPr>
          <a:xfrm>
            <a:off x="953729" y="865239"/>
            <a:ext cx="10294374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P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실무 일정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11/24~30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일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SF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선택지 시나리오 완성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이미지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함수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디자인 모두 마감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), html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제출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12/1~5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일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html -&gt;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깃허브에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게시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12/6~11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일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상호평가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12/12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일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우수 창작자 작품 발표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12/1~15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일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외부 심사위원 평가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12/16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일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학생상호평가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+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외부 심사위원 평가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-&gt;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최종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인 발표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11/24~28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일 상담 일정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시간 오전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9:30~12:00 (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시간 엄수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),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가천관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906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호 방문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11/24:</a:t>
            </a: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11/25:</a:t>
            </a: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11/26:</a:t>
            </a: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11/27:</a:t>
            </a: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11/28:</a:t>
            </a: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 </a:t>
            </a: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ko-KR" altLang="en-US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929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E31E65-8E5F-61D9-403C-FDCE03725AE7}"/>
              </a:ext>
            </a:extLst>
          </p:cNvPr>
          <p:cNvSpPr txBox="1"/>
          <p:nvPr/>
        </p:nvSpPr>
        <p:spPr>
          <a:xfrm>
            <a:off x="1297858" y="1012723"/>
            <a:ext cx="96847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텍스트어드벤처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토이 게임 심사 기준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서사 완성도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문학적 표현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+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이야기 흐름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+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몰입 정도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+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캐릭터와 배경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세계관이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설득력있게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묘사되는가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) 40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점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342900" indent="-342900">
              <a:buAutoNum type="arabicPeriod"/>
            </a:pP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2.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인터랙티브 구조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선택지의 적절성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배치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선택지가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의미있는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분기를 만드는가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선택행위가 단순한 상호작용이 아니라 서사적 참여를 형성해 내는가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선택을 통한 독자의 역할에 대한 평가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엔딩 다양성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등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) 40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점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3.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트와인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활용도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트와인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기능을 다양하게 활용하고 있는가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링크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하이퍼텍스트구조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이미지 삽입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함수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변수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색상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레이아웃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읽기의 편의성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전체적인 디자인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-&gt;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기술적 실험이 서사를 강화하는 방식으로 작동하는가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) 20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점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342900" indent="-342900">
              <a:buAutoNum type="arabicPeriod"/>
            </a:pP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342900" indent="-342900">
              <a:buAutoNum type="arabicPeriod"/>
            </a:pP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pPr marL="342900" indent="-342900">
              <a:buAutoNum type="arabicPeriod"/>
            </a:pPr>
            <a:endParaRPr lang="ko-KR" altLang="en-US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813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6D5D02-A947-D5C6-927D-D481801D0885}"/>
              </a:ext>
            </a:extLst>
          </p:cNvPr>
          <p:cNvSpPr txBox="1"/>
          <p:nvPr/>
        </p:nvSpPr>
        <p:spPr>
          <a:xfrm>
            <a:off x="1238865" y="668594"/>
            <a:ext cx="96257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깃허브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 게시 메인 화면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예시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dirty="0">
                <a:latin typeface="페이퍼로지 7 Bold" pitchFamily="2" charset="-127"/>
                <a:ea typeface="페이퍼로지 7 Bold" pitchFamily="2" charset="-127"/>
                <a:hlinkClick r:id="rId2"/>
              </a:rPr>
              <a:t>light-and-thread/README.md at main · </a:t>
            </a:r>
            <a:r>
              <a:rPr lang="en-US" altLang="ko-KR" dirty="0" err="1">
                <a:latin typeface="페이퍼로지 7 Bold" pitchFamily="2" charset="-127"/>
                <a:ea typeface="페이퍼로지 7 Bold" pitchFamily="2" charset="-127"/>
                <a:hlinkClick r:id="rId2"/>
              </a:rPr>
              <a:t>gachon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  <a:hlinkClick r:id="rId2"/>
              </a:rPr>
              <a:t>-</a:t>
            </a:r>
            <a:r>
              <a:rPr lang="en-US" altLang="ko-KR" dirty="0" err="1">
                <a:latin typeface="페이퍼로지 7 Bold" pitchFamily="2" charset="-127"/>
                <a:ea typeface="페이퍼로지 7 Bold" pitchFamily="2" charset="-127"/>
                <a:hlinkClick r:id="rId2"/>
              </a:rPr>
              <a:t>korean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  <a:hlinkClick r:id="rId2"/>
              </a:rPr>
              <a:t>-lit/light-and-thread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여러분이 작성해야 할 것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제목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</a:t>
            </a:r>
          </a:p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저자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여러분 이름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사용한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모두 병기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작성연도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연령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장르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등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홍보용 줄거리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</a:t>
            </a: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인물소개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:</a:t>
            </a:r>
          </a:p>
          <a:p>
            <a:endParaRPr lang="en-US" altLang="ko-KR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ko-KR" altLang="en-US" dirty="0"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AA8655-7918-E336-B61C-972070B4E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242" y="1906737"/>
            <a:ext cx="5438274" cy="471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21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와이드스크린</PresentationFormat>
  <Paragraphs>62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페이퍼로지 7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전성규 전성규</dc:creator>
  <cp:lastModifiedBy>전성규 전성규</cp:lastModifiedBy>
  <cp:revision>1</cp:revision>
  <dcterms:created xsi:type="dcterms:W3CDTF">2025-11-23T07:19:08Z</dcterms:created>
  <dcterms:modified xsi:type="dcterms:W3CDTF">2025-11-23T07:19:26Z</dcterms:modified>
</cp:coreProperties>
</file>